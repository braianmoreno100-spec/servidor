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96" r:id="rId2"/>
    <p:sldId id="310" r:id="rId3"/>
    <p:sldId id="299" r:id="rId4"/>
    <p:sldId id="287" r:id="rId5"/>
    <p:sldId id="300" r:id="rId6"/>
    <p:sldId id="339" r:id="rId7"/>
    <p:sldId id="327" r:id="rId8"/>
    <p:sldId id="297" r:id="rId9"/>
    <p:sldId id="290" r:id="rId10"/>
    <p:sldId id="285" r:id="rId11"/>
    <p:sldId id="292" r:id="rId12"/>
    <p:sldId id="338" r:id="rId1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05" y="1361338"/>
            <a:ext cx="7581428" cy="206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1357977" y="3540094"/>
            <a:ext cx="9058232" cy="1045158"/>
          </a:xfrm>
        </p:spPr>
        <p:txBody>
          <a:bodyPr>
            <a:normAutofit/>
          </a:bodyPr>
          <a:lstStyle/>
          <a:p>
            <a:pPr algn="ctr"/>
            <a: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  <a:t>FEBRERO 2026</a:t>
            </a:r>
            <a:endParaRPr lang="es-CO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486370" cy="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ítulo 1"/>
          <p:cNvSpPr txBox="1"/>
          <p:nvPr/>
        </p:nvSpPr>
        <p:spPr>
          <a:xfrm>
            <a:off x="825530" y="666816"/>
            <a:ext cx="10689669" cy="552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dirty="0"/>
              <a:t>INDICADORES INYECCION FEBRERO 2026</a:t>
            </a:r>
            <a:endParaRPr lang="es-CO" sz="28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486370" cy="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7844709-70DB-ABF2-FEC7-B1D80A63A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17482"/>
            <a:ext cx="8599300" cy="5367045"/>
          </a:xfrm>
          <a:prstGeom prst="rect">
            <a:avLst/>
          </a:prstGeom>
        </p:spPr>
      </p:pic>
      <p:cxnSp>
        <p:nvCxnSpPr>
          <p:cNvPr id="15" name="Conector recto 14"/>
          <p:cNvCxnSpPr>
            <a:cxnSpLocks/>
          </p:cNvCxnSpPr>
          <p:nvPr/>
        </p:nvCxnSpPr>
        <p:spPr>
          <a:xfrm>
            <a:off x="2719724" y="2515996"/>
            <a:ext cx="7716701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8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5635" y="592290"/>
            <a:ext cx="10689669" cy="592570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dirty="0"/>
              <a:t>INDICADORES SOPLADO </a:t>
            </a:r>
            <a:r>
              <a:rPr lang="es-ES" dirty="0"/>
              <a:t>FEBRERO</a:t>
            </a:r>
            <a:r>
              <a:rPr lang="es-ES" sz="3600" dirty="0"/>
              <a:t> 2026</a:t>
            </a:r>
            <a:endParaRPr lang="es-CO" dirty="0"/>
          </a:p>
        </p:txBody>
      </p:sp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079619" cy="56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752C977-ABEC-29BD-EE4D-DBF7BF27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183" y="1184860"/>
            <a:ext cx="8934276" cy="4880377"/>
          </a:xfrm>
          <a:prstGeom prst="rect">
            <a:avLst/>
          </a:prstGeom>
        </p:spPr>
      </p:pic>
      <p:cxnSp>
        <p:nvCxnSpPr>
          <p:cNvPr id="5" name="Conector recto 4"/>
          <p:cNvCxnSpPr>
            <a:cxnSpLocks/>
          </p:cNvCxnSpPr>
          <p:nvPr/>
        </p:nvCxnSpPr>
        <p:spPr>
          <a:xfrm>
            <a:off x="2144298" y="2706316"/>
            <a:ext cx="7964436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5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079619" cy="56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812" y="538883"/>
            <a:ext cx="9827197" cy="592570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dirty="0"/>
              <a:t>INDICADORES LINEA FRASCO ORINA </a:t>
            </a:r>
            <a:r>
              <a:rPr lang="es-ES" dirty="0"/>
              <a:t>FEBRERO</a:t>
            </a:r>
            <a:r>
              <a:rPr lang="es-ES" sz="3600" dirty="0"/>
              <a:t> </a:t>
            </a:r>
            <a:r>
              <a:rPr lang="es-ES" dirty="0"/>
              <a:t>2026</a:t>
            </a:r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000EFE2-B0AD-3868-9DC4-63D3A35B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967" y="1294528"/>
            <a:ext cx="8196043" cy="4393208"/>
          </a:xfrm>
          <a:prstGeom prst="rect">
            <a:avLst/>
          </a:prstGeom>
        </p:spPr>
      </p:pic>
      <p:cxnSp>
        <p:nvCxnSpPr>
          <p:cNvPr id="10" name="Conector recto 9"/>
          <p:cNvCxnSpPr>
            <a:cxnSpLocks/>
          </p:cNvCxnSpPr>
          <p:nvPr/>
        </p:nvCxnSpPr>
        <p:spPr>
          <a:xfrm>
            <a:off x="2521528" y="2460332"/>
            <a:ext cx="7394259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ítulo 1"/>
          <p:cNvSpPr txBox="1"/>
          <p:nvPr/>
        </p:nvSpPr>
        <p:spPr>
          <a:xfrm>
            <a:off x="535847" y="637947"/>
            <a:ext cx="10689669" cy="552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dirty="0"/>
              <a:t>INDICADORES RESINA TRANSFORMADA FEBRERO 2026</a:t>
            </a:r>
            <a:endParaRPr lang="es-CO" sz="28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486370" cy="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FA8A98-1259-DBF2-2AF3-4DD81EE44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84" y="1190604"/>
            <a:ext cx="9872092" cy="510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5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ítulo 1"/>
          <p:cNvSpPr txBox="1"/>
          <p:nvPr/>
        </p:nvSpPr>
        <p:spPr>
          <a:xfrm>
            <a:off x="535847" y="637947"/>
            <a:ext cx="10689669" cy="552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dirty="0"/>
              <a:t>INDICADORES RESINA TRANSFORMADA POR LINEA 2026</a:t>
            </a:r>
            <a:endParaRPr lang="es-CO" sz="28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486370" cy="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015A6FC-269B-0C58-C78B-1C907961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54" y="1190604"/>
            <a:ext cx="8804544" cy="53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ítulo 1"/>
          <p:cNvSpPr txBox="1"/>
          <p:nvPr/>
        </p:nvSpPr>
        <p:spPr>
          <a:xfrm>
            <a:off x="535847" y="637947"/>
            <a:ext cx="10689669" cy="552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dirty="0"/>
              <a:t>INDICADORES COSTO </a:t>
            </a:r>
            <a:r>
              <a:rPr lang="es-ES" sz="2800" dirty="0" err="1"/>
              <a:t>Kw</a:t>
            </a:r>
            <a:r>
              <a:rPr lang="es-ES" sz="2800" dirty="0"/>
              <a:t> / Kg procesado</a:t>
            </a:r>
            <a:endParaRPr lang="es-CO" sz="28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486370" cy="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43307F1-292B-1B18-8A48-B5C135E0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29" y="1136705"/>
            <a:ext cx="9496336" cy="528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4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575" y="571934"/>
            <a:ext cx="10689669" cy="592570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dirty="0"/>
              <a:t>INDICADORES ACONDICIONAMIENTO </a:t>
            </a:r>
            <a:r>
              <a:rPr lang="es-ES" dirty="0"/>
              <a:t>FEBRERO</a:t>
            </a:r>
            <a:r>
              <a:rPr lang="es-ES" sz="3600" dirty="0"/>
              <a:t> 2026</a:t>
            </a:r>
            <a:endParaRPr lang="es-CO" dirty="0"/>
          </a:p>
        </p:txBody>
      </p:sp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079619" cy="56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0C6A84-E8DA-A27B-5864-18CB80A9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47" y="1301070"/>
            <a:ext cx="9133097" cy="5049396"/>
          </a:xfrm>
          <a:prstGeom prst="rect">
            <a:avLst/>
          </a:prstGeom>
        </p:spPr>
      </p:pic>
      <p:cxnSp>
        <p:nvCxnSpPr>
          <p:cNvPr id="5" name="Conector recto 4"/>
          <p:cNvCxnSpPr>
            <a:cxnSpLocks/>
          </p:cNvCxnSpPr>
          <p:nvPr/>
        </p:nvCxnSpPr>
        <p:spPr>
          <a:xfrm>
            <a:off x="2626405" y="2763803"/>
            <a:ext cx="8128281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22" y="103326"/>
            <a:ext cx="26193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83232BE-4DE6-85C1-2AFB-E4A45A9D2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355" y="963433"/>
            <a:ext cx="8391823" cy="4908857"/>
          </a:xfrm>
          <a:prstGeom prst="rect">
            <a:avLst/>
          </a:prstGeom>
        </p:spPr>
      </p:pic>
      <p:cxnSp>
        <p:nvCxnSpPr>
          <p:cNvPr id="8" name="Conector recto 7"/>
          <p:cNvCxnSpPr>
            <a:cxnSpLocks/>
          </p:cNvCxnSpPr>
          <p:nvPr/>
        </p:nvCxnSpPr>
        <p:spPr>
          <a:xfrm>
            <a:off x="2257080" y="1975382"/>
            <a:ext cx="7510059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287617" y="5088835"/>
            <a:ext cx="71561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ítulo 1"/>
          <p:cNvSpPr txBox="1"/>
          <p:nvPr/>
        </p:nvSpPr>
        <p:spPr>
          <a:xfrm>
            <a:off x="751165" y="272800"/>
            <a:ext cx="10689669" cy="552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2800" dirty="0"/>
              <a:t>DESPERDICIO INYECCION NOVIEMBRE 2025</a:t>
            </a:r>
            <a:endParaRPr lang="es-CO" sz="28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09" y="139600"/>
            <a:ext cx="2079619" cy="56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EBC279-4CFD-83A0-A79B-6184CDD2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21" y="1071436"/>
            <a:ext cx="8758106" cy="4715128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C5E0E25-84D3-3B96-E5E0-59FB3A7D722D}"/>
              </a:ext>
            </a:extLst>
          </p:cNvPr>
          <p:cNvCxnSpPr>
            <a:cxnSpLocks/>
          </p:cNvCxnSpPr>
          <p:nvPr/>
        </p:nvCxnSpPr>
        <p:spPr>
          <a:xfrm>
            <a:off x="2271151" y="2335983"/>
            <a:ext cx="76278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22" y="103326"/>
            <a:ext cx="26193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/>
          <p:cNvSpPr txBox="1"/>
          <p:nvPr/>
        </p:nvSpPr>
        <p:spPr>
          <a:xfrm>
            <a:off x="822357" y="1230380"/>
            <a:ext cx="10689669" cy="3497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MTTR, MTBF DISPONIBILIDAD NOVIEMRE 2025</a:t>
            </a:r>
            <a:b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9C664C-4654-E498-50B4-23688A320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22" y="1079276"/>
            <a:ext cx="4938188" cy="2755631"/>
          </a:xfrm>
          <a:prstGeom prst="rect">
            <a:avLst/>
          </a:prstGeom>
        </p:spPr>
      </p:pic>
      <p:cxnSp>
        <p:nvCxnSpPr>
          <p:cNvPr id="12" name="Conector recto 11"/>
          <p:cNvCxnSpPr>
            <a:cxnSpLocks/>
          </p:cNvCxnSpPr>
          <p:nvPr/>
        </p:nvCxnSpPr>
        <p:spPr>
          <a:xfrm>
            <a:off x="1577196" y="3328332"/>
            <a:ext cx="4324763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DDC6226A-FEFC-1A36-937F-9E60B8180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108" y="1079275"/>
            <a:ext cx="4584589" cy="2755631"/>
          </a:xfrm>
          <a:prstGeom prst="rect">
            <a:avLst/>
          </a:prstGeom>
        </p:spPr>
      </p:pic>
      <p:cxnSp>
        <p:nvCxnSpPr>
          <p:cNvPr id="11" name="Conector recto 10"/>
          <p:cNvCxnSpPr>
            <a:cxnSpLocks/>
          </p:cNvCxnSpPr>
          <p:nvPr/>
        </p:nvCxnSpPr>
        <p:spPr>
          <a:xfrm>
            <a:off x="7030382" y="2430836"/>
            <a:ext cx="4015936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8D464193-E563-4FF2-EF07-1ED2E9A93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813" y="3960747"/>
            <a:ext cx="4584589" cy="2755631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CB8286D-7293-9AAA-9C59-346295DF3816}"/>
              </a:ext>
            </a:extLst>
          </p:cNvPr>
          <p:cNvCxnSpPr>
            <a:cxnSpLocks/>
          </p:cNvCxnSpPr>
          <p:nvPr/>
        </p:nvCxnSpPr>
        <p:spPr>
          <a:xfrm>
            <a:off x="4731991" y="4872241"/>
            <a:ext cx="4005162" cy="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159" y="2580861"/>
            <a:ext cx="9147681" cy="1696278"/>
          </a:xfrm>
        </p:spPr>
        <p:txBody>
          <a:bodyPr>
            <a:normAutofit/>
          </a:bodyPr>
          <a:lstStyle/>
          <a:p>
            <a:pPr algn="ctr"/>
            <a:r>
              <a:rPr lang="es-ES" sz="10400" b="1" dirty="0">
                <a:solidFill>
                  <a:schemeClr val="tx1"/>
                </a:solidFill>
              </a:rPr>
              <a:t>GRACIAS</a:t>
            </a:r>
            <a:endParaRPr lang="es-ES" sz="18500" b="1" dirty="0">
              <a:solidFill>
                <a:schemeClr val="tx1"/>
              </a:solidFill>
            </a:endParaRPr>
          </a:p>
          <a:p>
            <a:pPr algn="ctr"/>
            <a:endParaRPr lang="es-ES" sz="10700" dirty="0"/>
          </a:p>
          <a:p>
            <a:pPr algn="ctr"/>
            <a:endParaRPr lang="es-CO" sz="107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22" y="103326"/>
            <a:ext cx="26193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0699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8784</TotalTime>
  <Words>49</Words>
  <Application>Microsoft Office PowerPoint</Application>
  <PresentationFormat>Panorámica</PresentationFormat>
  <Paragraphs>11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Faceta</vt:lpstr>
      <vt:lpstr>FEBRERO 2026</vt:lpstr>
      <vt:lpstr>Presentación de PowerPoint</vt:lpstr>
      <vt:lpstr>INDICADORES SOPLADO FEBRERO 2026</vt:lpstr>
      <vt:lpstr>INDICADORES LINEA FRASCO ORINA FEBRERO 2026</vt:lpstr>
      <vt:lpstr>Presentación de PowerPoint</vt:lpstr>
      <vt:lpstr>Presentación de PowerPoint</vt:lpstr>
      <vt:lpstr>Presentación de PowerPoint</vt:lpstr>
      <vt:lpstr>INDICADORES ACONDICIONAMIENTO FEBRERO 2026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TEMAS</dc:title>
  <dc:creator>karen viviana moreno marquez</dc:creator>
  <cp:lastModifiedBy>braian moreno</cp:lastModifiedBy>
  <cp:revision>284</cp:revision>
  <cp:lastPrinted>2025-11-07T13:28:37Z</cp:lastPrinted>
  <dcterms:created xsi:type="dcterms:W3CDTF">2022-11-16T02:35:00Z</dcterms:created>
  <dcterms:modified xsi:type="dcterms:W3CDTF">2026-04-19T17:49:24Z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651CFFEF8390499E8B8F35924CBC71B4_13</vt:lpwstr>
  </property>
  <property fmtid="{D5CDD505-2E9C-101B-9397-08002B2CF9AE}" pid="3" name="KSOProductBuildVer">
    <vt:lpwstr>3082-12.2.0.13489</vt:lpwstr>
  </property>
</Properties>
</file>